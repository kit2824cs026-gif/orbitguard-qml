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Times New Roman Bold" panose="02020803070505020304" pitchFamily="18" charset="0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sv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jpeg"/><Relationship Id="rId7" Type="http://schemas.openxmlformats.org/officeDocument/2006/relationships/image" Target="../media/image1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jpeg"/><Relationship Id="rId7" Type="http://schemas.openxmlformats.org/officeDocument/2006/relationships/image" Target="../media/image1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9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1067276"/>
            <a:ext cx="18414997" cy="9283217"/>
          </a:xfrm>
          <a:custGeom>
            <a:avLst/>
            <a:gdLst/>
            <a:ahLst/>
            <a:cxnLst/>
            <a:rect l="l" t="t" r="r" b="b"/>
            <a:pathLst>
              <a:path w="18414997" h="9283217">
                <a:moveTo>
                  <a:pt x="0" y="0"/>
                </a:moveTo>
                <a:lnTo>
                  <a:pt x="18414997" y="0"/>
                </a:lnTo>
                <a:lnTo>
                  <a:pt x="18414997" y="9283218"/>
                </a:lnTo>
                <a:lnTo>
                  <a:pt x="0" y="92832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3503" y="9662436"/>
            <a:ext cx="18414997" cy="688067"/>
            <a:chOff x="0" y="0"/>
            <a:chExt cx="18415000" cy="688073"/>
          </a:xfrm>
        </p:grpSpPr>
        <p:sp>
          <p:nvSpPr>
            <p:cNvPr id="4" name="Freeform 4"/>
            <p:cNvSpPr/>
            <p:nvPr/>
          </p:nvSpPr>
          <p:spPr>
            <a:xfrm>
              <a:off x="63500" y="63501"/>
              <a:ext cx="14628113" cy="561091"/>
            </a:xfrm>
            <a:custGeom>
              <a:avLst/>
              <a:gdLst/>
              <a:ahLst/>
              <a:cxnLst/>
              <a:rect l="l" t="t" r="r" b="b"/>
              <a:pathLst>
                <a:path w="14628113" h="561091">
                  <a:moveTo>
                    <a:pt x="0" y="0"/>
                  </a:moveTo>
                  <a:lnTo>
                    <a:pt x="0" y="561090"/>
                  </a:lnTo>
                  <a:lnTo>
                    <a:pt x="14628113" y="561090"/>
                  </a:lnTo>
                  <a:lnTo>
                    <a:pt x="14628113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9920859" y="63501"/>
              <a:ext cx="8430641" cy="561091"/>
            </a:xfrm>
            <a:custGeom>
              <a:avLst/>
              <a:gdLst/>
              <a:ahLst/>
              <a:cxnLst/>
              <a:rect l="l" t="t" r="r" b="b"/>
              <a:pathLst>
                <a:path w="8430641" h="561091">
                  <a:moveTo>
                    <a:pt x="0" y="0"/>
                  </a:moveTo>
                  <a:lnTo>
                    <a:pt x="0" y="561090"/>
                  </a:lnTo>
                  <a:lnTo>
                    <a:pt x="8430641" y="561090"/>
                  </a:lnTo>
                  <a:lnTo>
                    <a:pt x="8430641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688828" y="96222"/>
            <a:ext cx="2422141" cy="924068"/>
            <a:chOff x="0" y="0"/>
            <a:chExt cx="3229521" cy="1232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29483" cy="1232154"/>
            </a:xfrm>
            <a:custGeom>
              <a:avLst/>
              <a:gdLst/>
              <a:ahLst/>
              <a:cxnLst/>
              <a:rect l="l" t="t" r="r" b="b"/>
              <a:pathLst>
                <a:path w="3229483" h="1232154">
                  <a:moveTo>
                    <a:pt x="0" y="0"/>
                  </a:moveTo>
                  <a:lnTo>
                    <a:pt x="3229483" y="0"/>
                  </a:lnTo>
                  <a:lnTo>
                    <a:pt x="3229483" y="1232154"/>
                  </a:lnTo>
                  <a:lnTo>
                    <a:pt x="0" y="1232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6290" r="-1" b="-8581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252270" y="89049"/>
            <a:ext cx="2495550" cy="1038225"/>
            <a:chOff x="0" y="0"/>
            <a:chExt cx="3327400" cy="1384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27400" cy="1384300"/>
            </a:xfrm>
            <a:custGeom>
              <a:avLst/>
              <a:gdLst/>
              <a:ahLst/>
              <a:cxnLst/>
              <a:rect l="l" t="t" r="r" b="b"/>
              <a:pathLst>
                <a:path w="3327400" h="1384300">
                  <a:moveTo>
                    <a:pt x="0" y="0"/>
                  </a:moveTo>
                  <a:lnTo>
                    <a:pt x="3327400" y="0"/>
                  </a:lnTo>
                  <a:lnTo>
                    <a:pt x="33274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993" t="-27150" r="-4311" b="-52666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2141125" y="6643707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0" y="0"/>
                </a:moveTo>
                <a:lnTo>
                  <a:pt x="104775" y="0"/>
                </a:lnTo>
                <a:lnTo>
                  <a:pt x="104775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141125" y="7081857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0" y="0"/>
                </a:moveTo>
                <a:lnTo>
                  <a:pt x="104775" y="0"/>
                </a:lnTo>
                <a:lnTo>
                  <a:pt x="104775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141125" y="7520007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0" y="0"/>
                </a:moveTo>
                <a:lnTo>
                  <a:pt x="104775" y="0"/>
                </a:lnTo>
                <a:lnTo>
                  <a:pt x="104775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141125" y="7958157"/>
            <a:ext cx="104775" cy="104775"/>
          </a:xfrm>
          <a:custGeom>
            <a:avLst/>
            <a:gdLst/>
            <a:ahLst/>
            <a:cxnLst/>
            <a:rect l="l" t="t" r="r" b="b"/>
            <a:pathLst>
              <a:path w="104775" h="104775">
                <a:moveTo>
                  <a:pt x="0" y="0"/>
                </a:moveTo>
                <a:lnTo>
                  <a:pt x="104775" y="0"/>
                </a:lnTo>
                <a:lnTo>
                  <a:pt x="104775" y="104775"/>
                </a:lnTo>
                <a:lnTo>
                  <a:pt x="0" y="1047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2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5954458" y="2830935"/>
            <a:ext cx="6377626" cy="4625130"/>
            <a:chOff x="0" y="0"/>
            <a:chExt cx="8503501" cy="61668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503539" cy="6166866"/>
            </a:xfrm>
            <a:custGeom>
              <a:avLst/>
              <a:gdLst/>
              <a:ahLst/>
              <a:cxnLst/>
              <a:rect l="l" t="t" r="r" b="b"/>
              <a:pathLst>
                <a:path w="8503539" h="6166866">
                  <a:moveTo>
                    <a:pt x="0" y="0"/>
                  </a:moveTo>
                  <a:lnTo>
                    <a:pt x="8503539" y="0"/>
                  </a:lnTo>
                  <a:lnTo>
                    <a:pt x="8503539" y="6166866"/>
                  </a:lnTo>
                  <a:lnTo>
                    <a:pt x="0" y="6166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12999"/>
              </a:blip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6236408" y="74657"/>
            <a:ext cx="5819775" cy="990600"/>
            <a:chOff x="0" y="0"/>
            <a:chExt cx="7759700" cy="1320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759700" cy="1320800"/>
            </a:xfrm>
            <a:custGeom>
              <a:avLst/>
              <a:gdLst/>
              <a:ahLst/>
              <a:cxnLst/>
              <a:rect l="l" t="t" r="r" b="b"/>
              <a:pathLst>
                <a:path w="7759700" h="1320800">
                  <a:moveTo>
                    <a:pt x="0" y="0"/>
                  </a:moveTo>
                  <a:lnTo>
                    <a:pt x="7759700" y="0"/>
                  </a:lnTo>
                  <a:lnTo>
                    <a:pt x="7759700" y="1320800"/>
                  </a:lnTo>
                  <a:lnTo>
                    <a:pt x="0" y="132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1053" t="-152574" r="-9077" b="-154156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-63503" y="1067381"/>
            <a:ext cx="18414997" cy="9283113"/>
            <a:chOff x="0" y="0"/>
            <a:chExt cx="18415000" cy="9283116"/>
          </a:xfrm>
        </p:grpSpPr>
        <p:sp>
          <p:nvSpPr>
            <p:cNvPr id="19" name="Freeform 19"/>
            <p:cNvSpPr/>
            <p:nvPr/>
          </p:nvSpPr>
          <p:spPr>
            <a:xfrm>
              <a:off x="63500" y="63500"/>
              <a:ext cx="3035173" cy="503682"/>
            </a:xfrm>
            <a:custGeom>
              <a:avLst/>
              <a:gdLst/>
              <a:ahLst/>
              <a:cxnLst/>
              <a:rect l="l" t="t" r="r" b="b"/>
              <a:pathLst>
                <a:path w="3035173" h="503682">
                  <a:moveTo>
                    <a:pt x="0" y="0"/>
                  </a:moveTo>
                  <a:lnTo>
                    <a:pt x="0" y="503682"/>
                  </a:lnTo>
                  <a:lnTo>
                    <a:pt x="3035173" y="503682"/>
                  </a:lnTo>
                  <a:lnTo>
                    <a:pt x="30351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336800" y="63500"/>
              <a:ext cx="6870700" cy="543052"/>
            </a:xfrm>
            <a:custGeom>
              <a:avLst/>
              <a:gdLst/>
              <a:ahLst/>
              <a:cxnLst/>
              <a:rect l="l" t="t" r="r" b="b"/>
              <a:pathLst>
                <a:path w="6870700" h="543052">
                  <a:moveTo>
                    <a:pt x="0" y="543052"/>
                  </a:moveTo>
                  <a:lnTo>
                    <a:pt x="6870700" y="543052"/>
                  </a:lnTo>
                  <a:lnTo>
                    <a:pt x="6870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9188450" y="63500"/>
              <a:ext cx="6870700" cy="543052"/>
            </a:xfrm>
            <a:custGeom>
              <a:avLst/>
              <a:gdLst/>
              <a:ahLst/>
              <a:cxnLst/>
              <a:rect l="l" t="t" r="r" b="b"/>
              <a:pathLst>
                <a:path w="6870700" h="543052">
                  <a:moveTo>
                    <a:pt x="0" y="543052"/>
                  </a:moveTo>
                  <a:lnTo>
                    <a:pt x="6870700" y="543052"/>
                  </a:lnTo>
                  <a:lnTo>
                    <a:pt x="6870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5312010" y="63500"/>
              <a:ext cx="3039490" cy="503682"/>
            </a:xfrm>
            <a:custGeom>
              <a:avLst/>
              <a:gdLst/>
              <a:ahLst/>
              <a:cxnLst/>
              <a:rect l="l" t="t" r="r" b="b"/>
              <a:pathLst>
                <a:path w="3039490" h="503682">
                  <a:moveTo>
                    <a:pt x="0" y="0"/>
                  </a:moveTo>
                  <a:lnTo>
                    <a:pt x="0" y="503682"/>
                  </a:lnTo>
                  <a:lnTo>
                    <a:pt x="3039490" y="503682"/>
                  </a:lnTo>
                  <a:lnTo>
                    <a:pt x="303949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6091915" y="77343"/>
              <a:ext cx="2259585" cy="9142222"/>
            </a:xfrm>
            <a:custGeom>
              <a:avLst/>
              <a:gdLst/>
              <a:ahLst/>
              <a:cxnLst/>
              <a:rect l="l" t="t" r="r" b="b"/>
              <a:pathLst>
                <a:path w="2259585" h="9142222">
                  <a:moveTo>
                    <a:pt x="0" y="0"/>
                  </a:moveTo>
                  <a:lnTo>
                    <a:pt x="0" y="9142222"/>
                  </a:lnTo>
                  <a:lnTo>
                    <a:pt x="2259585" y="9142222"/>
                  </a:lnTo>
                  <a:lnTo>
                    <a:pt x="22595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63500" y="8339709"/>
              <a:ext cx="14628495" cy="879983"/>
            </a:xfrm>
            <a:custGeom>
              <a:avLst/>
              <a:gdLst/>
              <a:ahLst/>
              <a:cxnLst/>
              <a:rect l="l" t="t" r="r" b="b"/>
              <a:pathLst>
                <a:path w="14628495" h="879983">
                  <a:moveTo>
                    <a:pt x="0" y="0"/>
                  </a:moveTo>
                  <a:lnTo>
                    <a:pt x="0" y="879983"/>
                  </a:lnTo>
                  <a:lnTo>
                    <a:pt x="14628495" y="879983"/>
                  </a:lnTo>
                  <a:lnTo>
                    <a:pt x="146284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9920478" y="8339709"/>
              <a:ext cx="8431022" cy="879983"/>
            </a:xfrm>
            <a:custGeom>
              <a:avLst/>
              <a:gdLst/>
              <a:ahLst/>
              <a:cxnLst/>
              <a:rect l="l" t="t" r="r" b="b"/>
              <a:pathLst>
                <a:path w="8431022" h="879983">
                  <a:moveTo>
                    <a:pt x="0" y="0"/>
                  </a:moveTo>
                  <a:lnTo>
                    <a:pt x="0" y="879983"/>
                  </a:lnTo>
                  <a:lnTo>
                    <a:pt x="8431022" y="879983"/>
                  </a:lnTo>
                  <a:lnTo>
                    <a:pt x="843102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317212" y="2437076"/>
            <a:ext cx="9294743" cy="75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Participant Information &amp; Topic Name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7212" y="3959638"/>
            <a:ext cx="93878" cy="50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28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93285" y="3959638"/>
            <a:ext cx="225304" cy="50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28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14293" y="3952161"/>
            <a:ext cx="3844230" cy="51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28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 InnovHer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93285" y="4481722"/>
            <a:ext cx="5104771" cy="151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8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•Team Lead Name - </a:t>
            </a:r>
          </a:p>
          <a:p>
            <a:pPr algn="l">
              <a:lnSpc>
                <a:spcPts val="4049"/>
              </a:lnSpc>
            </a:pPr>
            <a:r>
              <a:rPr lang="en-US" sz="28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•Team Lead Contact No - </a:t>
            </a:r>
          </a:p>
          <a:p>
            <a:pPr algn="l">
              <a:lnSpc>
                <a:spcPts val="4049"/>
              </a:lnSpc>
            </a:pPr>
            <a:r>
              <a:rPr lang="en-US" sz="28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Selected Track :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74379" y="5571001"/>
            <a:ext cx="5070453" cy="43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1"/>
              </a:lnSpc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Quantum Machine Learning (QML)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19562" y="4489017"/>
            <a:ext cx="2326164" cy="411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Devadarshini P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18290" y="5030009"/>
            <a:ext cx="1885276" cy="411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8667848756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25930"/>
            <a:ext cx="14628057" cy="561070"/>
            <a:chOff x="0" y="0"/>
            <a:chExt cx="14628063" cy="5610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28118" cy="561092"/>
            </a:xfrm>
            <a:custGeom>
              <a:avLst/>
              <a:gdLst/>
              <a:ahLst/>
              <a:cxnLst/>
              <a:rect l="l" t="t" r="r" b="b"/>
              <a:pathLst>
                <a:path w="14628118" h="561092">
                  <a:moveTo>
                    <a:pt x="0" y="0"/>
                  </a:moveTo>
                  <a:lnTo>
                    <a:pt x="0" y="561092"/>
                  </a:lnTo>
                  <a:lnTo>
                    <a:pt x="14628118" y="561092"/>
                  </a:lnTo>
                  <a:lnTo>
                    <a:pt x="14628118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12487" y="3390919"/>
            <a:ext cx="95250" cy="95250"/>
            <a:chOff x="0" y="0"/>
            <a:chExt cx="95250" cy="95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12487" y="3829069"/>
            <a:ext cx="95250" cy="95250"/>
            <a:chOff x="0" y="0"/>
            <a:chExt cx="95250" cy="95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12487" y="4267219"/>
            <a:ext cx="95250" cy="95250"/>
            <a:chOff x="0" y="0"/>
            <a:chExt cx="95250" cy="95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857327" y="9725930"/>
            <a:ext cx="8430673" cy="561070"/>
            <a:chOff x="0" y="0"/>
            <a:chExt cx="8430679" cy="56107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430644" cy="561092"/>
            </a:xfrm>
            <a:custGeom>
              <a:avLst/>
              <a:gdLst/>
              <a:ahLst/>
              <a:cxnLst/>
              <a:rect l="l" t="t" r="r" b="b"/>
              <a:pathLst>
                <a:path w="8430644" h="561092">
                  <a:moveTo>
                    <a:pt x="0" y="0"/>
                  </a:moveTo>
                  <a:lnTo>
                    <a:pt x="0" y="561092"/>
                  </a:lnTo>
                  <a:lnTo>
                    <a:pt x="8430644" y="561092"/>
                  </a:lnTo>
                  <a:lnTo>
                    <a:pt x="8430644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688828" y="96222"/>
            <a:ext cx="2422141" cy="924068"/>
            <a:chOff x="0" y="0"/>
            <a:chExt cx="3229521" cy="12320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29483" cy="1232154"/>
            </a:xfrm>
            <a:custGeom>
              <a:avLst/>
              <a:gdLst/>
              <a:ahLst/>
              <a:cxnLst/>
              <a:rect l="l" t="t" r="r" b="b"/>
              <a:pathLst>
                <a:path w="3229483" h="1232154">
                  <a:moveTo>
                    <a:pt x="0" y="0"/>
                  </a:moveTo>
                  <a:lnTo>
                    <a:pt x="3229483" y="0"/>
                  </a:lnTo>
                  <a:lnTo>
                    <a:pt x="3229483" y="1232154"/>
                  </a:lnTo>
                  <a:lnTo>
                    <a:pt x="0" y="1232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6290" r="-1" b="-85813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52270" y="89049"/>
            <a:ext cx="2495550" cy="1038225"/>
            <a:chOff x="0" y="0"/>
            <a:chExt cx="3327400" cy="13843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27400" cy="1384300"/>
            </a:xfrm>
            <a:custGeom>
              <a:avLst/>
              <a:gdLst/>
              <a:ahLst/>
              <a:cxnLst/>
              <a:rect l="l" t="t" r="r" b="b"/>
              <a:pathLst>
                <a:path w="3327400" h="1384300">
                  <a:moveTo>
                    <a:pt x="0" y="0"/>
                  </a:moveTo>
                  <a:lnTo>
                    <a:pt x="3327400" y="0"/>
                  </a:lnTo>
                  <a:lnTo>
                    <a:pt x="33274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993" t="-27150" r="-4311" b="-52666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6236408" y="74657"/>
            <a:ext cx="5819775" cy="990600"/>
            <a:chOff x="0" y="0"/>
            <a:chExt cx="7759700" cy="1320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759700" cy="1320800"/>
            </a:xfrm>
            <a:custGeom>
              <a:avLst/>
              <a:gdLst/>
              <a:ahLst/>
              <a:cxnLst/>
              <a:rect l="l" t="t" r="r" b="b"/>
              <a:pathLst>
                <a:path w="7759700" h="1320800">
                  <a:moveTo>
                    <a:pt x="0" y="0"/>
                  </a:moveTo>
                  <a:lnTo>
                    <a:pt x="7759700" y="0"/>
                  </a:lnTo>
                  <a:lnTo>
                    <a:pt x="7759700" y="1320800"/>
                  </a:lnTo>
                  <a:lnTo>
                    <a:pt x="0" y="132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053" t="-152574" r="-9077" b="-154156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0030916" y="4919473"/>
            <a:ext cx="6716860" cy="4503456"/>
          </a:xfrm>
          <a:custGeom>
            <a:avLst/>
            <a:gdLst/>
            <a:ahLst/>
            <a:cxnLst/>
            <a:rect l="l" t="t" r="r" b="b"/>
            <a:pathLst>
              <a:path w="6716860" h="4503456">
                <a:moveTo>
                  <a:pt x="0" y="0"/>
                </a:moveTo>
                <a:lnTo>
                  <a:pt x="6716860" y="0"/>
                </a:lnTo>
                <a:lnTo>
                  <a:pt x="6716860" y="4503456"/>
                </a:lnTo>
                <a:lnTo>
                  <a:pt x="0" y="4503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1745" b="-27403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34926" y="1542450"/>
            <a:ext cx="4896917" cy="75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Problem Definition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32595" y="3201876"/>
            <a:ext cx="80953" cy="43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7286" y="5546750"/>
            <a:ext cx="9420041" cy="2571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Functional Requirements</a:t>
            </a:r>
          </a:p>
          <a:p>
            <a:pPr marL="539696" lvl="1" indent="-269848" algn="l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TLE orbital data for satellites &amp; debris</a:t>
            </a:r>
          </a:p>
          <a:p>
            <a:pPr marL="539696" lvl="1" indent="-269848" algn="l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single collision creates thousands of new fragments                            </a:t>
            </a:r>
          </a:p>
          <a:p>
            <a:pPr algn="l">
              <a:lnSpc>
                <a:spcPts val="344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→  cascading chain reaction (Kessler Syndrome)</a:t>
            </a:r>
          </a:p>
          <a:p>
            <a:pPr marL="539696" lvl="1" indent="-269848" algn="l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Classify risk: Low / Medium / High</a:t>
            </a:r>
          </a:p>
          <a:p>
            <a:pPr marL="539696" lvl="1" indent="-269848" algn="l">
              <a:lnSpc>
                <a:spcPts val="34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predictions on a simple dashboard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5126" y="2637046"/>
            <a:ext cx="3330320" cy="411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Description: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38144" y="3140831"/>
            <a:ext cx="6843855" cy="411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Orbit crowded with debris at 17,000–28,000 km/h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0926" y="3649690"/>
            <a:ext cx="7892760" cy="41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Collision – 1000s of fragments(Kessler Syndrome)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25345" y="4152919"/>
            <a:ext cx="7931981" cy="869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models: slow, compute-heavy classical simulations</a:t>
            </a:r>
          </a:p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tracking of thousands of objects is hard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24536" y="2870216"/>
            <a:ext cx="7019529" cy="1746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/>
          </a:p>
          <a:p>
            <a:pPr marL="539696" lvl="1" indent="-269848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data only (CelesTrak / Space-Track)</a:t>
            </a:r>
          </a:p>
          <a:p>
            <a:pPr marL="539696" lvl="1" indent="-269848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real quantum hardware — Qiskit simulator</a:t>
            </a:r>
          </a:p>
          <a:p>
            <a:pPr marL="539696" lvl="1" indent="-269848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36-hr window limits data size &amp; model complexity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45211" y="2513221"/>
            <a:ext cx="1693069" cy="41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Constraint: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25930"/>
            <a:ext cx="14628057" cy="561070"/>
            <a:chOff x="0" y="0"/>
            <a:chExt cx="14628063" cy="5610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28118" cy="561092"/>
            </a:xfrm>
            <a:custGeom>
              <a:avLst/>
              <a:gdLst/>
              <a:ahLst/>
              <a:cxnLst/>
              <a:rect l="l" t="t" r="r" b="b"/>
              <a:pathLst>
                <a:path w="14628118" h="561092">
                  <a:moveTo>
                    <a:pt x="0" y="0"/>
                  </a:moveTo>
                  <a:lnTo>
                    <a:pt x="0" y="561092"/>
                  </a:lnTo>
                  <a:lnTo>
                    <a:pt x="14628118" y="561092"/>
                  </a:lnTo>
                  <a:lnTo>
                    <a:pt x="14628118" y="0"/>
                  </a:lnTo>
                  <a:close/>
                </a:path>
              </a:pathLst>
            </a:custGeom>
            <a:solidFill>
              <a:srgbClr val="FF914D">
                <a:alpha val="12941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954458" y="2830935"/>
            <a:ext cx="6377626" cy="4625130"/>
            <a:chOff x="0" y="0"/>
            <a:chExt cx="8503501" cy="61668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03539" cy="6166866"/>
            </a:xfrm>
            <a:custGeom>
              <a:avLst/>
              <a:gdLst/>
              <a:ahLst/>
              <a:cxnLst/>
              <a:rect l="l" t="t" r="r" b="b"/>
              <a:pathLst>
                <a:path w="8503539" h="6166866">
                  <a:moveTo>
                    <a:pt x="0" y="0"/>
                  </a:moveTo>
                  <a:lnTo>
                    <a:pt x="8503539" y="0"/>
                  </a:lnTo>
                  <a:lnTo>
                    <a:pt x="8503539" y="6166866"/>
                  </a:lnTo>
                  <a:lnTo>
                    <a:pt x="0" y="6166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999"/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-63503" y="1067276"/>
            <a:ext cx="18414997" cy="9283217"/>
          </a:xfrm>
          <a:custGeom>
            <a:avLst/>
            <a:gdLst/>
            <a:ahLst/>
            <a:cxnLst/>
            <a:rect l="l" t="t" r="r" b="b"/>
            <a:pathLst>
              <a:path w="18414997" h="9283217">
                <a:moveTo>
                  <a:pt x="0" y="0"/>
                </a:moveTo>
                <a:lnTo>
                  <a:pt x="18414997" y="0"/>
                </a:lnTo>
                <a:lnTo>
                  <a:pt x="18414997" y="9283218"/>
                </a:lnTo>
                <a:lnTo>
                  <a:pt x="0" y="92832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857327" y="9725930"/>
            <a:ext cx="8430673" cy="561070"/>
            <a:chOff x="0" y="0"/>
            <a:chExt cx="8430679" cy="5610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430644" cy="561092"/>
            </a:xfrm>
            <a:custGeom>
              <a:avLst/>
              <a:gdLst/>
              <a:ahLst/>
              <a:cxnLst/>
              <a:rect l="l" t="t" r="r" b="b"/>
              <a:pathLst>
                <a:path w="8430644" h="561092">
                  <a:moveTo>
                    <a:pt x="0" y="0"/>
                  </a:moveTo>
                  <a:lnTo>
                    <a:pt x="0" y="561092"/>
                  </a:lnTo>
                  <a:lnTo>
                    <a:pt x="8430644" y="561092"/>
                  </a:lnTo>
                  <a:lnTo>
                    <a:pt x="8430644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5688828" y="96222"/>
            <a:ext cx="2422141" cy="924068"/>
            <a:chOff x="0" y="0"/>
            <a:chExt cx="3229521" cy="12320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9483" cy="1232154"/>
            </a:xfrm>
            <a:custGeom>
              <a:avLst/>
              <a:gdLst/>
              <a:ahLst/>
              <a:cxnLst/>
              <a:rect l="l" t="t" r="r" b="b"/>
              <a:pathLst>
                <a:path w="3229483" h="1232154">
                  <a:moveTo>
                    <a:pt x="0" y="0"/>
                  </a:moveTo>
                  <a:lnTo>
                    <a:pt x="3229483" y="0"/>
                  </a:lnTo>
                  <a:lnTo>
                    <a:pt x="3229483" y="1232154"/>
                  </a:lnTo>
                  <a:lnTo>
                    <a:pt x="0" y="1232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6290" r="-1" b="-8581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252270" y="89049"/>
            <a:ext cx="2495550" cy="1038225"/>
            <a:chOff x="0" y="0"/>
            <a:chExt cx="3327400" cy="1384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27400" cy="1384300"/>
            </a:xfrm>
            <a:custGeom>
              <a:avLst/>
              <a:gdLst/>
              <a:ahLst/>
              <a:cxnLst/>
              <a:rect l="l" t="t" r="r" b="b"/>
              <a:pathLst>
                <a:path w="3327400" h="1384300">
                  <a:moveTo>
                    <a:pt x="0" y="0"/>
                  </a:moveTo>
                  <a:lnTo>
                    <a:pt x="3327400" y="0"/>
                  </a:lnTo>
                  <a:lnTo>
                    <a:pt x="33274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93" t="-27150" r="-4311" b="-52666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236408" y="74657"/>
            <a:ext cx="5819775" cy="990600"/>
            <a:chOff x="0" y="0"/>
            <a:chExt cx="7759700" cy="132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759700" cy="1320800"/>
            </a:xfrm>
            <a:custGeom>
              <a:avLst/>
              <a:gdLst/>
              <a:ahLst/>
              <a:cxnLst/>
              <a:rect l="l" t="t" r="r" b="b"/>
              <a:pathLst>
                <a:path w="7759700" h="1320800">
                  <a:moveTo>
                    <a:pt x="0" y="0"/>
                  </a:moveTo>
                  <a:lnTo>
                    <a:pt x="7759700" y="0"/>
                  </a:lnTo>
                  <a:lnTo>
                    <a:pt x="7759700" y="1320800"/>
                  </a:lnTo>
                  <a:lnTo>
                    <a:pt x="0" y="132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053" t="-152574" r="-9077" b="-154156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612487" y="3390919"/>
            <a:ext cx="95250" cy="95250"/>
            <a:chOff x="0" y="0"/>
            <a:chExt cx="95250" cy="95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612487" y="3829069"/>
            <a:ext cx="95250" cy="95250"/>
            <a:chOff x="0" y="0"/>
            <a:chExt cx="95250" cy="952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612487" y="4267219"/>
            <a:ext cx="95250" cy="95250"/>
            <a:chOff x="0" y="0"/>
            <a:chExt cx="95250" cy="952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-53978" y="1067381"/>
            <a:ext cx="18414997" cy="9283113"/>
            <a:chOff x="0" y="0"/>
            <a:chExt cx="18415000" cy="9283116"/>
          </a:xfrm>
        </p:grpSpPr>
        <p:sp>
          <p:nvSpPr>
            <p:cNvPr id="22" name="Freeform 22"/>
            <p:cNvSpPr/>
            <p:nvPr/>
          </p:nvSpPr>
          <p:spPr>
            <a:xfrm>
              <a:off x="63500" y="63500"/>
              <a:ext cx="3035173" cy="503682"/>
            </a:xfrm>
            <a:custGeom>
              <a:avLst/>
              <a:gdLst/>
              <a:ahLst/>
              <a:cxnLst/>
              <a:rect l="l" t="t" r="r" b="b"/>
              <a:pathLst>
                <a:path w="3035173" h="503682">
                  <a:moveTo>
                    <a:pt x="0" y="0"/>
                  </a:moveTo>
                  <a:lnTo>
                    <a:pt x="0" y="503682"/>
                  </a:lnTo>
                  <a:lnTo>
                    <a:pt x="3035173" y="503682"/>
                  </a:lnTo>
                  <a:lnTo>
                    <a:pt x="30351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336800" y="63500"/>
              <a:ext cx="6870700" cy="543052"/>
            </a:xfrm>
            <a:custGeom>
              <a:avLst/>
              <a:gdLst/>
              <a:ahLst/>
              <a:cxnLst/>
              <a:rect l="l" t="t" r="r" b="b"/>
              <a:pathLst>
                <a:path w="6870700" h="543052">
                  <a:moveTo>
                    <a:pt x="0" y="543052"/>
                  </a:moveTo>
                  <a:lnTo>
                    <a:pt x="6870700" y="543052"/>
                  </a:lnTo>
                  <a:lnTo>
                    <a:pt x="6870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9188450" y="63500"/>
              <a:ext cx="6870700" cy="543052"/>
            </a:xfrm>
            <a:custGeom>
              <a:avLst/>
              <a:gdLst/>
              <a:ahLst/>
              <a:cxnLst/>
              <a:rect l="l" t="t" r="r" b="b"/>
              <a:pathLst>
                <a:path w="6870700" h="543052">
                  <a:moveTo>
                    <a:pt x="0" y="543052"/>
                  </a:moveTo>
                  <a:lnTo>
                    <a:pt x="6870700" y="543052"/>
                  </a:lnTo>
                  <a:lnTo>
                    <a:pt x="6870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5312010" y="63500"/>
              <a:ext cx="3039490" cy="503682"/>
            </a:xfrm>
            <a:custGeom>
              <a:avLst/>
              <a:gdLst/>
              <a:ahLst/>
              <a:cxnLst/>
              <a:rect l="l" t="t" r="r" b="b"/>
              <a:pathLst>
                <a:path w="3039490" h="503682">
                  <a:moveTo>
                    <a:pt x="0" y="0"/>
                  </a:moveTo>
                  <a:lnTo>
                    <a:pt x="0" y="503682"/>
                  </a:lnTo>
                  <a:lnTo>
                    <a:pt x="3039490" y="503682"/>
                  </a:lnTo>
                  <a:lnTo>
                    <a:pt x="303949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6091915" y="77343"/>
              <a:ext cx="2259585" cy="9142222"/>
            </a:xfrm>
            <a:custGeom>
              <a:avLst/>
              <a:gdLst/>
              <a:ahLst/>
              <a:cxnLst/>
              <a:rect l="l" t="t" r="r" b="b"/>
              <a:pathLst>
                <a:path w="2259585" h="9142222">
                  <a:moveTo>
                    <a:pt x="0" y="0"/>
                  </a:moveTo>
                  <a:lnTo>
                    <a:pt x="0" y="9142222"/>
                  </a:lnTo>
                  <a:lnTo>
                    <a:pt x="2259585" y="9142222"/>
                  </a:lnTo>
                  <a:lnTo>
                    <a:pt x="2259585" y="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04504" r="-304504"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63500" y="8339709"/>
              <a:ext cx="14628495" cy="879983"/>
            </a:xfrm>
            <a:custGeom>
              <a:avLst/>
              <a:gdLst/>
              <a:ahLst/>
              <a:cxnLst/>
              <a:rect l="l" t="t" r="r" b="b"/>
              <a:pathLst>
                <a:path w="14628495" h="879983">
                  <a:moveTo>
                    <a:pt x="0" y="0"/>
                  </a:moveTo>
                  <a:lnTo>
                    <a:pt x="0" y="879983"/>
                  </a:lnTo>
                  <a:lnTo>
                    <a:pt x="14628495" y="879983"/>
                  </a:lnTo>
                  <a:lnTo>
                    <a:pt x="146284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9920478" y="8339709"/>
              <a:ext cx="8431022" cy="879983"/>
            </a:xfrm>
            <a:custGeom>
              <a:avLst/>
              <a:gdLst/>
              <a:ahLst/>
              <a:cxnLst/>
              <a:rect l="l" t="t" r="r" b="b"/>
              <a:pathLst>
                <a:path w="8431022" h="879983">
                  <a:moveTo>
                    <a:pt x="0" y="0"/>
                  </a:moveTo>
                  <a:lnTo>
                    <a:pt x="0" y="879983"/>
                  </a:lnTo>
                  <a:lnTo>
                    <a:pt x="8431022" y="879983"/>
                  </a:lnTo>
                  <a:lnTo>
                    <a:pt x="843102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9" name="Freeform 29"/>
          <p:cNvSpPr/>
          <p:nvPr/>
        </p:nvSpPr>
        <p:spPr>
          <a:xfrm>
            <a:off x="10918819" y="1853456"/>
            <a:ext cx="5802499" cy="7710963"/>
          </a:xfrm>
          <a:custGeom>
            <a:avLst/>
            <a:gdLst/>
            <a:ahLst/>
            <a:cxnLst/>
            <a:rect l="l" t="t" r="r" b="b"/>
            <a:pathLst>
              <a:path w="5802499" h="7710963">
                <a:moveTo>
                  <a:pt x="0" y="0"/>
                </a:moveTo>
                <a:lnTo>
                  <a:pt x="5802499" y="0"/>
                </a:lnTo>
                <a:lnTo>
                  <a:pt x="5802499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057789" y="1851670"/>
            <a:ext cx="8799538" cy="75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Proposed Solution &amp; Execution Plan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56861" y="3201876"/>
            <a:ext cx="80953" cy="43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7525" y="2577443"/>
            <a:ext cx="2819624" cy="411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 Overview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-2979613" y="3632216"/>
            <a:ext cx="15311697" cy="43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using a hybrid quantum hybrid  ML Model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40628" y="4081540"/>
            <a:ext cx="6199544" cy="411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warning before a close approach happens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45991" y="4965511"/>
            <a:ext cx="9471521" cy="1746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696" lvl="1" indent="-269848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orbital features from TLE data (distance, velocity, alt/incl diff)</a:t>
            </a:r>
          </a:p>
          <a:p>
            <a:pPr marL="539696" lvl="1" indent="-269848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Encode features into quantum states via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ZZFeatureMap</a:t>
            </a:r>
            <a:endParaRPr lang="en-US" sz="24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39696" lvl="1" indent="-269848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VQC to classify risk level</a:t>
            </a:r>
          </a:p>
          <a:p>
            <a:pPr marL="539696" lvl="1" indent="-269848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Benchmark vs classical RF/SVM baseline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-1953684" y="4574749"/>
            <a:ext cx="8931871" cy="43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Working Principle / Approach: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45991" y="7481308"/>
            <a:ext cx="6790333" cy="1746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696" lvl="1" indent="-269848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data ingestion &amp; feature extraction</a:t>
            </a:r>
          </a:p>
          <a:p>
            <a:pPr marL="539696" lvl="1" indent="-269848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Quantum risk classification (Low/Medium/High)</a:t>
            </a:r>
          </a:p>
          <a:p>
            <a:pPr marL="539696" lvl="1" indent="-269848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Quantum vs classical accuracy comparison</a:t>
            </a:r>
          </a:p>
          <a:p>
            <a:pPr marL="539696" lvl="1" indent="-269848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dashboard for live demo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54467" y="7146878"/>
            <a:ext cx="2972321" cy="411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Functionality: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56861" y="3113308"/>
            <a:ext cx="4831358" cy="431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Predicts satellite–debris collision risk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25930"/>
            <a:ext cx="14628057" cy="561070"/>
            <a:chOff x="0" y="0"/>
            <a:chExt cx="14628063" cy="5610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28118" cy="561092"/>
            </a:xfrm>
            <a:custGeom>
              <a:avLst/>
              <a:gdLst/>
              <a:ahLst/>
              <a:cxnLst/>
              <a:rect l="l" t="t" r="r" b="b"/>
              <a:pathLst>
                <a:path w="14628118" h="561092">
                  <a:moveTo>
                    <a:pt x="0" y="0"/>
                  </a:moveTo>
                  <a:lnTo>
                    <a:pt x="0" y="561092"/>
                  </a:lnTo>
                  <a:lnTo>
                    <a:pt x="14628118" y="561092"/>
                  </a:lnTo>
                  <a:lnTo>
                    <a:pt x="14628118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63503" y="1067276"/>
            <a:ext cx="18414997" cy="9283217"/>
          </a:xfrm>
          <a:custGeom>
            <a:avLst/>
            <a:gdLst/>
            <a:ahLst/>
            <a:cxnLst/>
            <a:rect l="l" t="t" r="r" b="b"/>
            <a:pathLst>
              <a:path w="18414997" h="9283217">
                <a:moveTo>
                  <a:pt x="0" y="0"/>
                </a:moveTo>
                <a:lnTo>
                  <a:pt x="18414997" y="0"/>
                </a:lnTo>
                <a:lnTo>
                  <a:pt x="18414997" y="9283218"/>
                </a:lnTo>
                <a:lnTo>
                  <a:pt x="0" y="92832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12487" y="3390919"/>
            <a:ext cx="95250" cy="95250"/>
            <a:chOff x="0" y="0"/>
            <a:chExt cx="95250" cy="95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612487" y="3829069"/>
            <a:ext cx="95250" cy="95250"/>
            <a:chOff x="0" y="0"/>
            <a:chExt cx="95250" cy="95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12487" y="4267219"/>
            <a:ext cx="95250" cy="95250"/>
            <a:chOff x="0" y="0"/>
            <a:chExt cx="95250" cy="95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857327" y="9725930"/>
            <a:ext cx="8430673" cy="561070"/>
            <a:chOff x="0" y="0"/>
            <a:chExt cx="8430679" cy="5610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430644" cy="561092"/>
            </a:xfrm>
            <a:custGeom>
              <a:avLst/>
              <a:gdLst/>
              <a:ahLst/>
              <a:cxnLst/>
              <a:rect l="l" t="t" r="r" b="b"/>
              <a:pathLst>
                <a:path w="8430644" h="561092">
                  <a:moveTo>
                    <a:pt x="0" y="0"/>
                  </a:moveTo>
                  <a:lnTo>
                    <a:pt x="0" y="561092"/>
                  </a:lnTo>
                  <a:lnTo>
                    <a:pt x="8430644" y="561092"/>
                  </a:lnTo>
                  <a:lnTo>
                    <a:pt x="8430644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5688828" y="96222"/>
            <a:ext cx="2422141" cy="924068"/>
            <a:chOff x="0" y="0"/>
            <a:chExt cx="3229521" cy="12320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29483" cy="1232154"/>
            </a:xfrm>
            <a:custGeom>
              <a:avLst/>
              <a:gdLst/>
              <a:ahLst/>
              <a:cxnLst/>
              <a:rect l="l" t="t" r="r" b="b"/>
              <a:pathLst>
                <a:path w="3229483" h="1232154">
                  <a:moveTo>
                    <a:pt x="0" y="0"/>
                  </a:moveTo>
                  <a:lnTo>
                    <a:pt x="3229483" y="0"/>
                  </a:lnTo>
                  <a:lnTo>
                    <a:pt x="3229483" y="1232154"/>
                  </a:lnTo>
                  <a:lnTo>
                    <a:pt x="0" y="1232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6290" r="-1" b="-85813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52270" y="89049"/>
            <a:ext cx="2495550" cy="1038225"/>
            <a:chOff x="0" y="0"/>
            <a:chExt cx="3327400" cy="13843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27400" cy="1384300"/>
            </a:xfrm>
            <a:custGeom>
              <a:avLst/>
              <a:gdLst/>
              <a:ahLst/>
              <a:cxnLst/>
              <a:rect l="l" t="t" r="r" b="b"/>
              <a:pathLst>
                <a:path w="3327400" h="1384300">
                  <a:moveTo>
                    <a:pt x="0" y="0"/>
                  </a:moveTo>
                  <a:lnTo>
                    <a:pt x="3327400" y="0"/>
                  </a:lnTo>
                  <a:lnTo>
                    <a:pt x="33274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993" t="-27150" r="-4311" b="-52666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954458" y="2830935"/>
            <a:ext cx="6377626" cy="4625130"/>
            <a:chOff x="0" y="0"/>
            <a:chExt cx="8503501" cy="61668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03539" cy="6166866"/>
            </a:xfrm>
            <a:custGeom>
              <a:avLst/>
              <a:gdLst/>
              <a:ahLst/>
              <a:cxnLst/>
              <a:rect l="l" t="t" r="r" b="b"/>
              <a:pathLst>
                <a:path w="8503539" h="6166866">
                  <a:moveTo>
                    <a:pt x="0" y="0"/>
                  </a:moveTo>
                  <a:lnTo>
                    <a:pt x="8503539" y="0"/>
                  </a:lnTo>
                  <a:lnTo>
                    <a:pt x="8503539" y="6166866"/>
                  </a:lnTo>
                  <a:lnTo>
                    <a:pt x="0" y="6166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2999"/>
              </a:blip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6236408" y="74657"/>
            <a:ext cx="5819775" cy="990600"/>
            <a:chOff x="0" y="0"/>
            <a:chExt cx="7759700" cy="1320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759700" cy="1320800"/>
            </a:xfrm>
            <a:custGeom>
              <a:avLst/>
              <a:gdLst/>
              <a:ahLst/>
              <a:cxnLst/>
              <a:rect l="l" t="t" r="r" b="b"/>
              <a:pathLst>
                <a:path w="7759700" h="1320800">
                  <a:moveTo>
                    <a:pt x="0" y="0"/>
                  </a:moveTo>
                  <a:lnTo>
                    <a:pt x="7759700" y="0"/>
                  </a:lnTo>
                  <a:lnTo>
                    <a:pt x="7759700" y="1320800"/>
                  </a:lnTo>
                  <a:lnTo>
                    <a:pt x="0" y="132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053" t="-152574" r="-9077" b="-154156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-63503" y="1067381"/>
            <a:ext cx="18414997" cy="9283113"/>
            <a:chOff x="0" y="0"/>
            <a:chExt cx="18415000" cy="9283116"/>
          </a:xfrm>
        </p:grpSpPr>
        <p:sp>
          <p:nvSpPr>
            <p:cNvPr id="22" name="Freeform 22"/>
            <p:cNvSpPr/>
            <p:nvPr/>
          </p:nvSpPr>
          <p:spPr>
            <a:xfrm>
              <a:off x="63500" y="63500"/>
              <a:ext cx="3035173" cy="503682"/>
            </a:xfrm>
            <a:custGeom>
              <a:avLst/>
              <a:gdLst/>
              <a:ahLst/>
              <a:cxnLst/>
              <a:rect l="l" t="t" r="r" b="b"/>
              <a:pathLst>
                <a:path w="3035173" h="503682">
                  <a:moveTo>
                    <a:pt x="0" y="0"/>
                  </a:moveTo>
                  <a:lnTo>
                    <a:pt x="0" y="503682"/>
                  </a:lnTo>
                  <a:lnTo>
                    <a:pt x="3035173" y="503682"/>
                  </a:lnTo>
                  <a:lnTo>
                    <a:pt x="30351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336800" y="63500"/>
              <a:ext cx="6870700" cy="543052"/>
            </a:xfrm>
            <a:custGeom>
              <a:avLst/>
              <a:gdLst/>
              <a:ahLst/>
              <a:cxnLst/>
              <a:rect l="l" t="t" r="r" b="b"/>
              <a:pathLst>
                <a:path w="6870700" h="543052">
                  <a:moveTo>
                    <a:pt x="0" y="543052"/>
                  </a:moveTo>
                  <a:lnTo>
                    <a:pt x="6870700" y="543052"/>
                  </a:lnTo>
                  <a:lnTo>
                    <a:pt x="6870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9188450" y="63500"/>
              <a:ext cx="6870700" cy="543052"/>
            </a:xfrm>
            <a:custGeom>
              <a:avLst/>
              <a:gdLst/>
              <a:ahLst/>
              <a:cxnLst/>
              <a:rect l="l" t="t" r="r" b="b"/>
              <a:pathLst>
                <a:path w="6870700" h="543052">
                  <a:moveTo>
                    <a:pt x="0" y="543052"/>
                  </a:moveTo>
                  <a:lnTo>
                    <a:pt x="6870700" y="543052"/>
                  </a:lnTo>
                  <a:lnTo>
                    <a:pt x="6870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5312010" y="63500"/>
              <a:ext cx="3039490" cy="503682"/>
            </a:xfrm>
            <a:custGeom>
              <a:avLst/>
              <a:gdLst/>
              <a:ahLst/>
              <a:cxnLst/>
              <a:rect l="l" t="t" r="r" b="b"/>
              <a:pathLst>
                <a:path w="3039490" h="503682">
                  <a:moveTo>
                    <a:pt x="0" y="0"/>
                  </a:moveTo>
                  <a:lnTo>
                    <a:pt x="0" y="503682"/>
                  </a:lnTo>
                  <a:lnTo>
                    <a:pt x="3039490" y="503682"/>
                  </a:lnTo>
                  <a:lnTo>
                    <a:pt x="303949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6091915" y="77343"/>
              <a:ext cx="2259585" cy="9142222"/>
            </a:xfrm>
            <a:custGeom>
              <a:avLst/>
              <a:gdLst/>
              <a:ahLst/>
              <a:cxnLst/>
              <a:rect l="l" t="t" r="r" b="b"/>
              <a:pathLst>
                <a:path w="2259585" h="9142222">
                  <a:moveTo>
                    <a:pt x="0" y="0"/>
                  </a:moveTo>
                  <a:lnTo>
                    <a:pt x="0" y="9142222"/>
                  </a:lnTo>
                  <a:lnTo>
                    <a:pt x="2259585" y="9142222"/>
                  </a:lnTo>
                  <a:lnTo>
                    <a:pt x="22595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63500" y="8339709"/>
              <a:ext cx="14628495" cy="879983"/>
            </a:xfrm>
            <a:custGeom>
              <a:avLst/>
              <a:gdLst/>
              <a:ahLst/>
              <a:cxnLst/>
              <a:rect l="l" t="t" r="r" b="b"/>
              <a:pathLst>
                <a:path w="14628495" h="879983">
                  <a:moveTo>
                    <a:pt x="0" y="0"/>
                  </a:moveTo>
                  <a:lnTo>
                    <a:pt x="0" y="879983"/>
                  </a:lnTo>
                  <a:lnTo>
                    <a:pt x="14628495" y="879983"/>
                  </a:lnTo>
                  <a:lnTo>
                    <a:pt x="146284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9920478" y="8339709"/>
              <a:ext cx="8431022" cy="879983"/>
            </a:xfrm>
            <a:custGeom>
              <a:avLst/>
              <a:gdLst/>
              <a:ahLst/>
              <a:cxnLst/>
              <a:rect l="l" t="t" r="r" b="b"/>
              <a:pathLst>
                <a:path w="8431022" h="879983">
                  <a:moveTo>
                    <a:pt x="0" y="0"/>
                  </a:moveTo>
                  <a:lnTo>
                    <a:pt x="0" y="879983"/>
                  </a:lnTo>
                  <a:lnTo>
                    <a:pt x="8431022" y="879983"/>
                  </a:lnTo>
                  <a:lnTo>
                    <a:pt x="843102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9" name="Freeform 29"/>
          <p:cNvSpPr/>
          <p:nvPr/>
        </p:nvSpPr>
        <p:spPr>
          <a:xfrm>
            <a:off x="3634981" y="1795897"/>
            <a:ext cx="11629983" cy="7742792"/>
          </a:xfrm>
          <a:custGeom>
            <a:avLst/>
            <a:gdLst/>
            <a:ahLst/>
            <a:cxnLst/>
            <a:rect l="l" t="t" r="r" b="b"/>
            <a:pathLst>
              <a:path w="11629983" h="7742792">
                <a:moveTo>
                  <a:pt x="0" y="0"/>
                </a:moveTo>
                <a:lnTo>
                  <a:pt x="11629983" y="0"/>
                </a:lnTo>
                <a:lnTo>
                  <a:pt x="11629983" y="7742792"/>
                </a:lnTo>
                <a:lnTo>
                  <a:pt x="0" y="77427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937" b="-1074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237933" y="2731049"/>
            <a:ext cx="844358" cy="4824902"/>
          </a:xfrm>
          <a:custGeom>
            <a:avLst/>
            <a:gdLst/>
            <a:ahLst/>
            <a:cxnLst/>
            <a:rect l="l" t="t" r="r" b="b"/>
            <a:pathLst>
              <a:path w="844358" h="4824902">
                <a:moveTo>
                  <a:pt x="0" y="0"/>
                </a:moveTo>
                <a:lnTo>
                  <a:pt x="844358" y="0"/>
                </a:lnTo>
                <a:lnTo>
                  <a:pt x="844358" y="4824902"/>
                </a:lnTo>
                <a:lnTo>
                  <a:pt x="0" y="48249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790382" y="1914106"/>
            <a:ext cx="4404320" cy="757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Technical Design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94824" y="3201876"/>
            <a:ext cx="80953" cy="43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25930"/>
            <a:ext cx="14628057" cy="561070"/>
            <a:chOff x="0" y="0"/>
            <a:chExt cx="14628063" cy="5610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28118" cy="561092"/>
            </a:xfrm>
            <a:custGeom>
              <a:avLst/>
              <a:gdLst/>
              <a:ahLst/>
              <a:cxnLst/>
              <a:rect l="l" t="t" r="r" b="b"/>
              <a:pathLst>
                <a:path w="14628118" h="561092">
                  <a:moveTo>
                    <a:pt x="0" y="0"/>
                  </a:moveTo>
                  <a:lnTo>
                    <a:pt x="0" y="561092"/>
                  </a:lnTo>
                  <a:lnTo>
                    <a:pt x="14628118" y="561092"/>
                  </a:lnTo>
                  <a:lnTo>
                    <a:pt x="14628118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63503" y="1067276"/>
            <a:ext cx="18414997" cy="9283217"/>
          </a:xfrm>
          <a:custGeom>
            <a:avLst/>
            <a:gdLst/>
            <a:ahLst/>
            <a:cxnLst/>
            <a:rect l="l" t="t" r="r" b="b"/>
            <a:pathLst>
              <a:path w="18414997" h="9283217">
                <a:moveTo>
                  <a:pt x="0" y="0"/>
                </a:moveTo>
                <a:lnTo>
                  <a:pt x="18414997" y="0"/>
                </a:lnTo>
                <a:lnTo>
                  <a:pt x="18414997" y="9283218"/>
                </a:lnTo>
                <a:lnTo>
                  <a:pt x="0" y="92832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12487" y="3390919"/>
            <a:ext cx="95250" cy="95250"/>
            <a:chOff x="0" y="0"/>
            <a:chExt cx="95250" cy="95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612487" y="3829069"/>
            <a:ext cx="95250" cy="95250"/>
            <a:chOff x="0" y="0"/>
            <a:chExt cx="95250" cy="95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12487" y="4267219"/>
            <a:ext cx="95250" cy="95250"/>
            <a:chOff x="0" y="0"/>
            <a:chExt cx="95250" cy="95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857327" y="9725930"/>
            <a:ext cx="8430673" cy="561070"/>
            <a:chOff x="0" y="0"/>
            <a:chExt cx="8430679" cy="5610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430644" cy="561092"/>
            </a:xfrm>
            <a:custGeom>
              <a:avLst/>
              <a:gdLst/>
              <a:ahLst/>
              <a:cxnLst/>
              <a:rect l="l" t="t" r="r" b="b"/>
              <a:pathLst>
                <a:path w="8430644" h="561092">
                  <a:moveTo>
                    <a:pt x="0" y="0"/>
                  </a:moveTo>
                  <a:lnTo>
                    <a:pt x="0" y="561092"/>
                  </a:lnTo>
                  <a:lnTo>
                    <a:pt x="8430644" y="561092"/>
                  </a:lnTo>
                  <a:lnTo>
                    <a:pt x="8430644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5688828" y="96222"/>
            <a:ext cx="2422141" cy="924068"/>
            <a:chOff x="0" y="0"/>
            <a:chExt cx="3229521" cy="12320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29483" cy="1232154"/>
            </a:xfrm>
            <a:custGeom>
              <a:avLst/>
              <a:gdLst/>
              <a:ahLst/>
              <a:cxnLst/>
              <a:rect l="l" t="t" r="r" b="b"/>
              <a:pathLst>
                <a:path w="3229483" h="1232154">
                  <a:moveTo>
                    <a:pt x="0" y="0"/>
                  </a:moveTo>
                  <a:lnTo>
                    <a:pt x="3229483" y="0"/>
                  </a:lnTo>
                  <a:lnTo>
                    <a:pt x="3229483" y="1232154"/>
                  </a:lnTo>
                  <a:lnTo>
                    <a:pt x="0" y="1232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6290" r="-1" b="-85813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52270" y="89049"/>
            <a:ext cx="2495550" cy="1038225"/>
            <a:chOff x="0" y="0"/>
            <a:chExt cx="3327400" cy="13843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27400" cy="1384300"/>
            </a:xfrm>
            <a:custGeom>
              <a:avLst/>
              <a:gdLst/>
              <a:ahLst/>
              <a:cxnLst/>
              <a:rect l="l" t="t" r="r" b="b"/>
              <a:pathLst>
                <a:path w="3327400" h="1384300">
                  <a:moveTo>
                    <a:pt x="0" y="0"/>
                  </a:moveTo>
                  <a:lnTo>
                    <a:pt x="3327400" y="0"/>
                  </a:lnTo>
                  <a:lnTo>
                    <a:pt x="33274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993" t="-27150" r="-4311" b="-52666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954458" y="2830935"/>
            <a:ext cx="6377626" cy="4625130"/>
            <a:chOff x="0" y="0"/>
            <a:chExt cx="8503501" cy="61668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03539" cy="6166866"/>
            </a:xfrm>
            <a:custGeom>
              <a:avLst/>
              <a:gdLst/>
              <a:ahLst/>
              <a:cxnLst/>
              <a:rect l="l" t="t" r="r" b="b"/>
              <a:pathLst>
                <a:path w="8503539" h="6166866">
                  <a:moveTo>
                    <a:pt x="0" y="0"/>
                  </a:moveTo>
                  <a:lnTo>
                    <a:pt x="8503539" y="0"/>
                  </a:lnTo>
                  <a:lnTo>
                    <a:pt x="8503539" y="6166866"/>
                  </a:lnTo>
                  <a:lnTo>
                    <a:pt x="0" y="6166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12999"/>
              </a:blip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6236408" y="74657"/>
            <a:ext cx="5819775" cy="990600"/>
            <a:chOff x="0" y="0"/>
            <a:chExt cx="7759700" cy="1320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759700" cy="1320800"/>
            </a:xfrm>
            <a:custGeom>
              <a:avLst/>
              <a:gdLst/>
              <a:ahLst/>
              <a:cxnLst/>
              <a:rect l="l" t="t" r="r" b="b"/>
              <a:pathLst>
                <a:path w="7759700" h="1320800">
                  <a:moveTo>
                    <a:pt x="0" y="0"/>
                  </a:moveTo>
                  <a:lnTo>
                    <a:pt x="7759700" y="0"/>
                  </a:lnTo>
                  <a:lnTo>
                    <a:pt x="7759700" y="1320800"/>
                  </a:lnTo>
                  <a:lnTo>
                    <a:pt x="0" y="132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053" t="-152574" r="-9077" b="-154156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-63503" y="1067381"/>
            <a:ext cx="18414997" cy="9283113"/>
            <a:chOff x="0" y="0"/>
            <a:chExt cx="18415000" cy="9283116"/>
          </a:xfrm>
        </p:grpSpPr>
        <p:sp>
          <p:nvSpPr>
            <p:cNvPr id="22" name="Freeform 22"/>
            <p:cNvSpPr/>
            <p:nvPr/>
          </p:nvSpPr>
          <p:spPr>
            <a:xfrm>
              <a:off x="63500" y="63500"/>
              <a:ext cx="3035173" cy="503682"/>
            </a:xfrm>
            <a:custGeom>
              <a:avLst/>
              <a:gdLst/>
              <a:ahLst/>
              <a:cxnLst/>
              <a:rect l="l" t="t" r="r" b="b"/>
              <a:pathLst>
                <a:path w="3035173" h="503682">
                  <a:moveTo>
                    <a:pt x="0" y="0"/>
                  </a:moveTo>
                  <a:lnTo>
                    <a:pt x="0" y="503682"/>
                  </a:lnTo>
                  <a:lnTo>
                    <a:pt x="3035173" y="503682"/>
                  </a:lnTo>
                  <a:lnTo>
                    <a:pt x="30351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336800" y="63500"/>
              <a:ext cx="6870700" cy="543052"/>
            </a:xfrm>
            <a:custGeom>
              <a:avLst/>
              <a:gdLst/>
              <a:ahLst/>
              <a:cxnLst/>
              <a:rect l="l" t="t" r="r" b="b"/>
              <a:pathLst>
                <a:path w="6870700" h="543052">
                  <a:moveTo>
                    <a:pt x="0" y="543052"/>
                  </a:moveTo>
                  <a:lnTo>
                    <a:pt x="6870700" y="543052"/>
                  </a:lnTo>
                  <a:lnTo>
                    <a:pt x="6870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9188450" y="63500"/>
              <a:ext cx="6870700" cy="543052"/>
            </a:xfrm>
            <a:custGeom>
              <a:avLst/>
              <a:gdLst/>
              <a:ahLst/>
              <a:cxnLst/>
              <a:rect l="l" t="t" r="r" b="b"/>
              <a:pathLst>
                <a:path w="6870700" h="543052">
                  <a:moveTo>
                    <a:pt x="0" y="543052"/>
                  </a:moveTo>
                  <a:lnTo>
                    <a:pt x="6870700" y="543052"/>
                  </a:lnTo>
                  <a:lnTo>
                    <a:pt x="6870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5312010" y="63500"/>
              <a:ext cx="3039490" cy="503682"/>
            </a:xfrm>
            <a:custGeom>
              <a:avLst/>
              <a:gdLst/>
              <a:ahLst/>
              <a:cxnLst/>
              <a:rect l="l" t="t" r="r" b="b"/>
              <a:pathLst>
                <a:path w="3039490" h="503682">
                  <a:moveTo>
                    <a:pt x="0" y="0"/>
                  </a:moveTo>
                  <a:lnTo>
                    <a:pt x="0" y="503682"/>
                  </a:lnTo>
                  <a:lnTo>
                    <a:pt x="3039490" y="503682"/>
                  </a:lnTo>
                  <a:lnTo>
                    <a:pt x="303949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6091915" y="77343"/>
              <a:ext cx="2259585" cy="9142222"/>
            </a:xfrm>
            <a:custGeom>
              <a:avLst/>
              <a:gdLst/>
              <a:ahLst/>
              <a:cxnLst/>
              <a:rect l="l" t="t" r="r" b="b"/>
              <a:pathLst>
                <a:path w="2259585" h="9142222">
                  <a:moveTo>
                    <a:pt x="0" y="0"/>
                  </a:moveTo>
                  <a:lnTo>
                    <a:pt x="0" y="9142222"/>
                  </a:lnTo>
                  <a:lnTo>
                    <a:pt x="2259585" y="9142222"/>
                  </a:lnTo>
                  <a:lnTo>
                    <a:pt x="22595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63500" y="8339709"/>
              <a:ext cx="14628495" cy="879983"/>
            </a:xfrm>
            <a:custGeom>
              <a:avLst/>
              <a:gdLst/>
              <a:ahLst/>
              <a:cxnLst/>
              <a:rect l="l" t="t" r="r" b="b"/>
              <a:pathLst>
                <a:path w="14628495" h="879983">
                  <a:moveTo>
                    <a:pt x="0" y="0"/>
                  </a:moveTo>
                  <a:lnTo>
                    <a:pt x="0" y="879983"/>
                  </a:lnTo>
                  <a:lnTo>
                    <a:pt x="14628495" y="879983"/>
                  </a:lnTo>
                  <a:lnTo>
                    <a:pt x="146284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9920478" y="8339709"/>
              <a:ext cx="8431022" cy="879983"/>
            </a:xfrm>
            <a:custGeom>
              <a:avLst/>
              <a:gdLst/>
              <a:ahLst/>
              <a:cxnLst/>
              <a:rect l="l" t="t" r="r" b="b"/>
              <a:pathLst>
                <a:path w="8431022" h="879983">
                  <a:moveTo>
                    <a:pt x="0" y="0"/>
                  </a:moveTo>
                  <a:lnTo>
                    <a:pt x="0" y="879983"/>
                  </a:lnTo>
                  <a:lnTo>
                    <a:pt x="8431022" y="879983"/>
                  </a:lnTo>
                  <a:lnTo>
                    <a:pt x="843102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9" name="Freeform 29"/>
          <p:cNvSpPr/>
          <p:nvPr/>
        </p:nvSpPr>
        <p:spPr>
          <a:xfrm>
            <a:off x="2090214" y="2997302"/>
            <a:ext cx="13758838" cy="6503993"/>
          </a:xfrm>
          <a:custGeom>
            <a:avLst/>
            <a:gdLst/>
            <a:ahLst/>
            <a:cxnLst/>
            <a:rect l="l" t="t" r="r" b="b"/>
            <a:pathLst>
              <a:path w="13758838" h="6503993">
                <a:moveTo>
                  <a:pt x="0" y="0"/>
                </a:moveTo>
                <a:lnTo>
                  <a:pt x="13758838" y="0"/>
                </a:lnTo>
                <a:lnTo>
                  <a:pt x="13758838" y="6503993"/>
                </a:lnTo>
                <a:lnTo>
                  <a:pt x="0" y="65039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9057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382325" y="2911401"/>
            <a:ext cx="474536" cy="2711635"/>
          </a:xfrm>
          <a:custGeom>
            <a:avLst/>
            <a:gdLst/>
            <a:ahLst/>
            <a:cxnLst/>
            <a:rect l="l" t="t" r="r" b="b"/>
            <a:pathLst>
              <a:path w="474536" h="2711635">
                <a:moveTo>
                  <a:pt x="0" y="0"/>
                </a:moveTo>
                <a:lnTo>
                  <a:pt x="474536" y="0"/>
                </a:lnTo>
                <a:lnTo>
                  <a:pt x="474536" y="2711636"/>
                </a:lnTo>
                <a:lnTo>
                  <a:pt x="0" y="27116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028700" y="1880245"/>
            <a:ext cx="6063186" cy="75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Feasibility &amp; Innovation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856861" y="3201876"/>
            <a:ext cx="80953" cy="43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16405"/>
            <a:ext cx="14628057" cy="570595"/>
            <a:chOff x="0" y="0"/>
            <a:chExt cx="14628063" cy="5705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28118" cy="570617"/>
            </a:xfrm>
            <a:custGeom>
              <a:avLst/>
              <a:gdLst/>
              <a:ahLst/>
              <a:cxnLst/>
              <a:rect l="l" t="t" r="r" b="b"/>
              <a:pathLst>
                <a:path w="14628118" h="570617">
                  <a:moveTo>
                    <a:pt x="0" y="0"/>
                  </a:moveTo>
                  <a:lnTo>
                    <a:pt x="0" y="570617"/>
                  </a:lnTo>
                  <a:lnTo>
                    <a:pt x="14628118" y="570617"/>
                  </a:lnTo>
                  <a:lnTo>
                    <a:pt x="14628118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63503" y="1067276"/>
            <a:ext cx="18414997" cy="9283217"/>
          </a:xfrm>
          <a:custGeom>
            <a:avLst/>
            <a:gdLst/>
            <a:ahLst/>
            <a:cxnLst/>
            <a:rect l="l" t="t" r="r" b="b"/>
            <a:pathLst>
              <a:path w="18414997" h="9283217">
                <a:moveTo>
                  <a:pt x="0" y="0"/>
                </a:moveTo>
                <a:lnTo>
                  <a:pt x="18414997" y="0"/>
                </a:lnTo>
                <a:lnTo>
                  <a:pt x="18414997" y="9283218"/>
                </a:lnTo>
                <a:lnTo>
                  <a:pt x="0" y="92832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12487" y="3390919"/>
            <a:ext cx="95250" cy="95250"/>
            <a:chOff x="0" y="0"/>
            <a:chExt cx="95250" cy="95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612487" y="3829069"/>
            <a:ext cx="95250" cy="95250"/>
            <a:chOff x="0" y="0"/>
            <a:chExt cx="95250" cy="95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12487" y="4267219"/>
            <a:ext cx="95250" cy="95250"/>
            <a:chOff x="0" y="0"/>
            <a:chExt cx="95250" cy="95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857327" y="9723549"/>
            <a:ext cx="8430673" cy="563451"/>
            <a:chOff x="0" y="0"/>
            <a:chExt cx="8430679" cy="5634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430644" cy="563499"/>
            </a:xfrm>
            <a:custGeom>
              <a:avLst/>
              <a:gdLst/>
              <a:ahLst/>
              <a:cxnLst/>
              <a:rect l="l" t="t" r="r" b="b"/>
              <a:pathLst>
                <a:path w="8430644" h="563499">
                  <a:moveTo>
                    <a:pt x="0" y="0"/>
                  </a:moveTo>
                  <a:lnTo>
                    <a:pt x="0" y="563499"/>
                  </a:lnTo>
                  <a:lnTo>
                    <a:pt x="8430644" y="563499"/>
                  </a:lnTo>
                  <a:lnTo>
                    <a:pt x="8430644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5688828" y="96222"/>
            <a:ext cx="2422141" cy="924068"/>
            <a:chOff x="0" y="0"/>
            <a:chExt cx="3229521" cy="12320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29483" cy="1232154"/>
            </a:xfrm>
            <a:custGeom>
              <a:avLst/>
              <a:gdLst/>
              <a:ahLst/>
              <a:cxnLst/>
              <a:rect l="l" t="t" r="r" b="b"/>
              <a:pathLst>
                <a:path w="3229483" h="1232154">
                  <a:moveTo>
                    <a:pt x="0" y="0"/>
                  </a:moveTo>
                  <a:lnTo>
                    <a:pt x="3229483" y="0"/>
                  </a:lnTo>
                  <a:lnTo>
                    <a:pt x="3229483" y="1232154"/>
                  </a:lnTo>
                  <a:lnTo>
                    <a:pt x="0" y="1232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6290" r="-1" b="-85813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52270" y="89049"/>
            <a:ext cx="2495550" cy="1038225"/>
            <a:chOff x="0" y="0"/>
            <a:chExt cx="3327400" cy="13843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27400" cy="1384300"/>
            </a:xfrm>
            <a:custGeom>
              <a:avLst/>
              <a:gdLst/>
              <a:ahLst/>
              <a:cxnLst/>
              <a:rect l="l" t="t" r="r" b="b"/>
              <a:pathLst>
                <a:path w="3327400" h="1384300">
                  <a:moveTo>
                    <a:pt x="0" y="0"/>
                  </a:moveTo>
                  <a:lnTo>
                    <a:pt x="3327400" y="0"/>
                  </a:lnTo>
                  <a:lnTo>
                    <a:pt x="3327400" y="1384300"/>
                  </a:lnTo>
                  <a:lnTo>
                    <a:pt x="0" y="138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993" t="-27150" r="-4311" b="-52666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6236408" y="74657"/>
            <a:ext cx="5819775" cy="990600"/>
            <a:chOff x="0" y="0"/>
            <a:chExt cx="7759700" cy="1320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759700" cy="1320800"/>
            </a:xfrm>
            <a:custGeom>
              <a:avLst/>
              <a:gdLst/>
              <a:ahLst/>
              <a:cxnLst/>
              <a:rect l="l" t="t" r="r" b="b"/>
              <a:pathLst>
                <a:path w="7759700" h="1320800">
                  <a:moveTo>
                    <a:pt x="0" y="0"/>
                  </a:moveTo>
                  <a:lnTo>
                    <a:pt x="7759700" y="0"/>
                  </a:lnTo>
                  <a:lnTo>
                    <a:pt x="7759700" y="1320800"/>
                  </a:lnTo>
                  <a:lnTo>
                    <a:pt x="0" y="132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053" t="-152574" r="-9077" b="-154156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0" y="1067381"/>
            <a:ext cx="18414997" cy="9283113"/>
            <a:chOff x="0" y="0"/>
            <a:chExt cx="18415000" cy="9283116"/>
          </a:xfrm>
        </p:grpSpPr>
        <p:sp>
          <p:nvSpPr>
            <p:cNvPr id="20" name="Freeform 20"/>
            <p:cNvSpPr/>
            <p:nvPr/>
          </p:nvSpPr>
          <p:spPr>
            <a:xfrm>
              <a:off x="63500" y="63500"/>
              <a:ext cx="3035173" cy="503682"/>
            </a:xfrm>
            <a:custGeom>
              <a:avLst/>
              <a:gdLst/>
              <a:ahLst/>
              <a:cxnLst/>
              <a:rect l="l" t="t" r="r" b="b"/>
              <a:pathLst>
                <a:path w="3035173" h="503682">
                  <a:moveTo>
                    <a:pt x="0" y="0"/>
                  </a:moveTo>
                  <a:lnTo>
                    <a:pt x="0" y="503682"/>
                  </a:lnTo>
                  <a:lnTo>
                    <a:pt x="3035173" y="503682"/>
                  </a:lnTo>
                  <a:lnTo>
                    <a:pt x="30351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336800" y="63500"/>
              <a:ext cx="6870700" cy="543052"/>
            </a:xfrm>
            <a:custGeom>
              <a:avLst/>
              <a:gdLst/>
              <a:ahLst/>
              <a:cxnLst/>
              <a:rect l="l" t="t" r="r" b="b"/>
              <a:pathLst>
                <a:path w="6870700" h="543052">
                  <a:moveTo>
                    <a:pt x="0" y="543052"/>
                  </a:moveTo>
                  <a:lnTo>
                    <a:pt x="6870700" y="543052"/>
                  </a:lnTo>
                  <a:lnTo>
                    <a:pt x="6870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9188450" y="63500"/>
              <a:ext cx="6870700" cy="543052"/>
            </a:xfrm>
            <a:custGeom>
              <a:avLst/>
              <a:gdLst/>
              <a:ahLst/>
              <a:cxnLst/>
              <a:rect l="l" t="t" r="r" b="b"/>
              <a:pathLst>
                <a:path w="6870700" h="543052">
                  <a:moveTo>
                    <a:pt x="0" y="543052"/>
                  </a:moveTo>
                  <a:lnTo>
                    <a:pt x="6870700" y="543052"/>
                  </a:lnTo>
                  <a:lnTo>
                    <a:pt x="6870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5312010" y="63500"/>
              <a:ext cx="3039490" cy="503682"/>
            </a:xfrm>
            <a:custGeom>
              <a:avLst/>
              <a:gdLst/>
              <a:ahLst/>
              <a:cxnLst/>
              <a:rect l="l" t="t" r="r" b="b"/>
              <a:pathLst>
                <a:path w="3039490" h="503682">
                  <a:moveTo>
                    <a:pt x="0" y="0"/>
                  </a:moveTo>
                  <a:lnTo>
                    <a:pt x="0" y="503682"/>
                  </a:lnTo>
                  <a:lnTo>
                    <a:pt x="3039490" y="503682"/>
                  </a:lnTo>
                  <a:lnTo>
                    <a:pt x="303949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6091915" y="77343"/>
              <a:ext cx="2259585" cy="9142222"/>
            </a:xfrm>
            <a:custGeom>
              <a:avLst/>
              <a:gdLst/>
              <a:ahLst/>
              <a:cxnLst/>
              <a:rect l="l" t="t" r="r" b="b"/>
              <a:pathLst>
                <a:path w="2259585" h="9142222">
                  <a:moveTo>
                    <a:pt x="0" y="0"/>
                  </a:moveTo>
                  <a:lnTo>
                    <a:pt x="0" y="9142222"/>
                  </a:lnTo>
                  <a:lnTo>
                    <a:pt x="2259585" y="9142222"/>
                  </a:lnTo>
                  <a:lnTo>
                    <a:pt x="225958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63500" y="8330184"/>
              <a:ext cx="14628495" cy="889508"/>
            </a:xfrm>
            <a:custGeom>
              <a:avLst/>
              <a:gdLst/>
              <a:ahLst/>
              <a:cxnLst/>
              <a:rect l="l" t="t" r="r" b="b"/>
              <a:pathLst>
                <a:path w="14628495" h="889508">
                  <a:moveTo>
                    <a:pt x="0" y="0"/>
                  </a:moveTo>
                  <a:lnTo>
                    <a:pt x="0" y="889508"/>
                  </a:lnTo>
                  <a:lnTo>
                    <a:pt x="14628495" y="889508"/>
                  </a:lnTo>
                  <a:lnTo>
                    <a:pt x="146284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9920478" y="8337296"/>
              <a:ext cx="8431022" cy="882269"/>
            </a:xfrm>
            <a:custGeom>
              <a:avLst/>
              <a:gdLst/>
              <a:ahLst/>
              <a:cxnLst/>
              <a:rect l="l" t="t" r="r" b="b"/>
              <a:pathLst>
                <a:path w="8431022" h="882269">
                  <a:moveTo>
                    <a:pt x="0" y="0"/>
                  </a:moveTo>
                  <a:lnTo>
                    <a:pt x="0" y="882269"/>
                  </a:lnTo>
                  <a:lnTo>
                    <a:pt x="8431022" y="882269"/>
                  </a:lnTo>
                  <a:lnTo>
                    <a:pt x="843102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7" name="Freeform 27"/>
          <p:cNvSpPr/>
          <p:nvPr/>
        </p:nvSpPr>
        <p:spPr>
          <a:xfrm>
            <a:off x="1612487" y="2911401"/>
            <a:ext cx="474536" cy="2711635"/>
          </a:xfrm>
          <a:custGeom>
            <a:avLst/>
            <a:gdLst/>
            <a:ahLst/>
            <a:cxnLst/>
            <a:rect l="l" t="t" r="r" b="b"/>
            <a:pathLst>
              <a:path w="474536" h="2711635">
                <a:moveTo>
                  <a:pt x="0" y="0"/>
                </a:moveTo>
                <a:lnTo>
                  <a:pt x="474536" y="0"/>
                </a:lnTo>
                <a:lnTo>
                  <a:pt x="474536" y="2711636"/>
                </a:lnTo>
                <a:lnTo>
                  <a:pt x="0" y="2711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252270" y="1591618"/>
            <a:ext cx="4833642" cy="75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43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Expected Outcome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1DE76FB-9330-7AC8-8A60-1F425627A7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55" b="5289"/>
          <a:stretch>
            <a:fillRect/>
          </a:stretch>
        </p:blipFill>
        <p:spPr>
          <a:xfrm>
            <a:off x="2590800" y="2221524"/>
            <a:ext cx="12721208" cy="729919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877E375-EC03-ACB1-8DFE-7DBC08AF5B15}"/>
              </a:ext>
            </a:extLst>
          </p:cNvPr>
          <p:cNvSpPr txBox="1"/>
          <p:nvPr/>
        </p:nvSpPr>
        <p:spPr>
          <a:xfrm>
            <a:off x="4419600" y="3086100"/>
            <a:ext cx="1066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from Public Source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(TLE)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270</Words>
  <Application>Microsoft Office PowerPoint</Application>
  <PresentationFormat>Custom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 Bold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InnovHer_Devadarshini P.pdf</dc:title>
  <dc:creator>DEVADARSHINI</dc:creator>
  <cp:lastModifiedBy>spattu974@gmail.com</cp:lastModifiedBy>
  <cp:revision>2</cp:revision>
  <dcterms:created xsi:type="dcterms:W3CDTF">2006-08-16T00:00:00Z</dcterms:created>
  <dcterms:modified xsi:type="dcterms:W3CDTF">2026-09-28T10:39:05Z</dcterms:modified>
  <dc:identifier>DAHWHlL-uS4</dc:identifier>
</cp:coreProperties>
</file>